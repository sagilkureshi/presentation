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</p:sldIdLst>
  <p:sldSz cx="12192000" cy="6858000"/>
  <p:notesSz cx="6858000" cy="12192000"/>
  <p:embeddedFontLst>
    <p:embeddedFont>
      <p:font typeface="Montserrat Bold" panose="020B0604020202020204" charset="0"/>
      <p:regular r:id="rId15"/>
    </p:embeddedFont>
    <p:embeddedFont>
      <p:font typeface="Montserrat Light" panose="00000400000000000000" pitchFamily="2" charset="0"/>
      <p:regular r:id="rId16"/>
    </p:embeddedFont>
    <p:embeddedFont>
      <p:font typeface="Source Sans 3" panose="020B0604020202020204" charset="0"/>
      <p:regular r:id="rId17"/>
    </p:embeddedFont>
    <p:embeddedFont>
      <p:font typeface="Source Sans 3 Bold" panose="020B0604020202020204" charset="0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8" d="100"/>
          <a:sy n="98" d="100"/>
        </p:scale>
        <p:origin x="48" y="-4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9735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15929" y="961076"/>
            <a:ext cx="4571886" cy="45718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9814" y="2134195"/>
            <a:ext cx="6180181" cy="584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Royal Crown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719814" y="3027065"/>
            <a:ext cx="6180181" cy="169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spcAft>
                <a:spcPts val="1800"/>
              </a:spcAft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E-Commerce Platform for Luxury Watches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Student:</a:t>
            </a: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Sagil Kureshi  |  </a:t>
            </a:r>
            <a:r>
              <a:rPr lang="en-US" sz="1600" b="1" dirty="0">
                <a:solidFill>
                  <a:srgbClr val="E2E6E9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Guide:</a:t>
            </a: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Prof. Nilesh Parghi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Kamani Science College &amp; Prataprai Arts College, Amreli  |  BCA Semester 5 Mini Project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774303"/>
            <a:ext cx="10752067" cy="584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Index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719814" y="1770063"/>
            <a:ext cx="411351" cy="2570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19814" y="2094210"/>
            <a:ext cx="5273146" cy="25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19814" y="2247801"/>
            <a:ext cx="5273146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Introduction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198636" y="1770063"/>
            <a:ext cx="411351" cy="2570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98636" y="2094210"/>
            <a:ext cx="5273245" cy="25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6198636" y="2247801"/>
            <a:ext cx="5273245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Advantages &amp; Disadvantages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9814" y="2899866"/>
            <a:ext cx="411351" cy="2570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9814" y="3224014"/>
            <a:ext cx="5273146" cy="25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719814" y="3377605"/>
            <a:ext cx="5273146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8636" y="2899866"/>
            <a:ext cx="411351" cy="2570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8636" y="3224014"/>
            <a:ext cx="5273245" cy="25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98636" y="3377605"/>
            <a:ext cx="5273245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Software Requirements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9814" y="4029670"/>
            <a:ext cx="411351" cy="2570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05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19814" y="4353818"/>
            <a:ext cx="5273146" cy="25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19814" y="4507409"/>
            <a:ext cx="5273146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Hardware Requirements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98636" y="4029670"/>
            <a:ext cx="411351" cy="2570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06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98636" y="4353818"/>
            <a:ext cx="5273245" cy="25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198636" y="4507409"/>
            <a:ext cx="5273245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Related Websites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9814" y="5159474"/>
            <a:ext cx="411351" cy="2570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07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19814" y="5483622"/>
            <a:ext cx="5273146" cy="25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19814" y="5637213"/>
            <a:ext cx="5273146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Project Screens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198636" y="5159474"/>
            <a:ext cx="411351" cy="2570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08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98636" y="5483622"/>
            <a:ext cx="5273245" cy="25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6198636" y="5637213"/>
            <a:ext cx="5273245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1708646"/>
            <a:ext cx="10752067" cy="584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Introduction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719814" y="2704405"/>
            <a:ext cx="11361652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Royal Crown is an online luxury watch shopping website built for a seamless and elegant shopping experience.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19814" y="3244255"/>
            <a:ext cx="3446872" cy="995759"/>
          </a:xfrm>
          <a:prstGeom prst="roundRect">
            <a:avLst>
              <a:gd name="adj" fmla="val 3098"/>
            </a:avLst>
          </a:prstGeom>
          <a:solidFill>
            <a:srgbClr val="303132"/>
          </a:solidFill>
          <a:ln/>
        </p:spPr>
      </p:sp>
      <p:sp>
        <p:nvSpPr>
          <p:cNvPr id="5" name="Text 3"/>
          <p:cNvSpPr/>
          <p:nvPr/>
        </p:nvSpPr>
        <p:spPr>
          <a:xfrm>
            <a:off x="925489" y="3449935"/>
            <a:ext cx="3035522" cy="584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User Registration &amp; Login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372362" y="3244255"/>
            <a:ext cx="3446872" cy="995759"/>
          </a:xfrm>
          <a:prstGeom prst="roundRect">
            <a:avLst>
              <a:gd name="adj" fmla="val 3098"/>
            </a:avLst>
          </a:prstGeom>
          <a:solidFill>
            <a:srgbClr val="303132"/>
          </a:solidFill>
          <a:ln/>
        </p:spPr>
      </p:sp>
      <p:sp>
        <p:nvSpPr>
          <p:cNvPr id="7" name="Text 5"/>
          <p:cNvSpPr/>
          <p:nvPr/>
        </p:nvSpPr>
        <p:spPr>
          <a:xfrm>
            <a:off x="4578037" y="3449935"/>
            <a:ext cx="3035522" cy="584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Admin Login &amp; Product Management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024909" y="3244255"/>
            <a:ext cx="3446872" cy="995759"/>
          </a:xfrm>
          <a:prstGeom prst="roundRect">
            <a:avLst>
              <a:gd name="adj" fmla="val 3098"/>
            </a:avLst>
          </a:prstGeom>
          <a:solidFill>
            <a:srgbClr val="303132"/>
          </a:solidFill>
          <a:ln/>
        </p:spPr>
      </p:sp>
      <p:sp>
        <p:nvSpPr>
          <p:cNvPr id="9" name="Text 7"/>
          <p:cNvSpPr/>
          <p:nvPr/>
        </p:nvSpPr>
        <p:spPr>
          <a:xfrm>
            <a:off x="8230585" y="3449935"/>
            <a:ext cx="3035522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Browse Luxury Watches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19814" y="4445695"/>
            <a:ext cx="5273146" cy="703560"/>
          </a:xfrm>
          <a:prstGeom prst="roundRect">
            <a:avLst>
              <a:gd name="adj" fmla="val 4385"/>
            </a:avLst>
          </a:prstGeom>
          <a:solidFill>
            <a:srgbClr val="303132"/>
          </a:solidFill>
          <a:ln/>
        </p:spPr>
      </p:sp>
      <p:sp>
        <p:nvSpPr>
          <p:cNvPr id="11" name="Text 9"/>
          <p:cNvSpPr/>
          <p:nvPr/>
        </p:nvSpPr>
        <p:spPr>
          <a:xfrm>
            <a:off x="925489" y="4651375"/>
            <a:ext cx="4861796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Secure Authentication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198636" y="4445695"/>
            <a:ext cx="5273146" cy="703560"/>
          </a:xfrm>
          <a:prstGeom prst="roundRect">
            <a:avLst>
              <a:gd name="adj" fmla="val 4385"/>
            </a:avLst>
          </a:prstGeom>
          <a:solidFill>
            <a:srgbClr val="30313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4311" y="4651375"/>
            <a:ext cx="4861796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Responsive Design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1679773"/>
            <a:ext cx="10752067" cy="584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Advantages &amp; Disadvantages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571684" y="2572643"/>
            <a:ext cx="5421375" cy="2605584"/>
          </a:xfrm>
          <a:prstGeom prst="roundRect">
            <a:avLst>
              <a:gd name="adj" fmla="val 1184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77359" y="2778323"/>
            <a:ext cx="5010025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Advantages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359" y="3276203"/>
            <a:ext cx="5010025" cy="1830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Easy Online Shopping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User Friendly Interface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Secure Login System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Responsive Website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Fast Product Management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53115" y="2778323"/>
            <a:ext cx="5125116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Disadvantages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353115" y="3276203"/>
            <a:ext cx="5125116" cy="1069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Internet Connection Required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Online Payment Not Implemented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Depends on Server Availability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1635621"/>
            <a:ext cx="10752067" cy="584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Project Limitations</a:t>
            </a:r>
            <a:endParaRPr lang="en-US" sz="3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814" y="2631380"/>
            <a:ext cx="3446872" cy="10465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2486" y="2862461"/>
            <a:ext cx="2883126" cy="584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Only Admin Can Manage Products</a:t>
            </a:r>
            <a:endParaRPr lang="en-US" sz="18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2362" y="2631380"/>
            <a:ext cx="3446872" cy="104655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705034" y="2862461"/>
            <a:ext cx="2883126" cy="584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Internet Connection Required</a:t>
            </a:r>
            <a:endParaRPr lang="en-US" sz="18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4909" y="2631380"/>
            <a:ext cx="3446872" cy="104655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357582" y="2862461"/>
            <a:ext cx="2883126" cy="584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Limited Payment Options</a:t>
            </a:r>
            <a:endParaRPr lang="en-US" sz="18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9814" y="3883620"/>
            <a:ext cx="3446872" cy="1338759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52486" y="4114701"/>
            <a:ext cx="2883126" cy="876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No AI Recommendation System</a:t>
            </a:r>
            <a:endParaRPr lang="en-US" sz="18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72362" y="3883620"/>
            <a:ext cx="3446872" cy="1338759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05034" y="4114701"/>
            <a:ext cx="2883126" cy="584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No Email Notification Feature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715963"/>
            <a:ext cx="10752067" cy="584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Software Requirements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719814" y="1711722"/>
            <a:ext cx="3446872" cy="2266553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/>
        </p:spPr>
      </p:sp>
      <p:sp>
        <p:nvSpPr>
          <p:cNvPr id="4" name="Shape 2"/>
          <p:cNvSpPr/>
          <p:nvPr/>
        </p:nvSpPr>
        <p:spPr>
          <a:xfrm>
            <a:off x="925489" y="1917402"/>
            <a:ext cx="617026" cy="617041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5149" y="2087066"/>
            <a:ext cx="277607" cy="2776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25489" y="2740124"/>
            <a:ext cx="3035522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Frontend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25489" y="3155652"/>
            <a:ext cx="3035522" cy="616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HTML5 · CSS3 · JavaScript · Bootstrap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72362" y="1711722"/>
            <a:ext cx="3446872" cy="2266553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/>
        </p:spPr>
      </p:sp>
      <p:sp>
        <p:nvSpPr>
          <p:cNvPr id="9" name="Shape 6"/>
          <p:cNvSpPr/>
          <p:nvPr/>
        </p:nvSpPr>
        <p:spPr>
          <a:xfrm>
            <a:off x="4578037" y="1917402"/>
            <a:ext cx="617026" cy="617041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47697" y="2087066"/>
            <a:ext cx="277607" cy="27761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8037" y="2740124"/>
            <a:ext cx="3035522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Backend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578037" y="3155652"/>
            <a:ext cx="3035522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Node.js · Express.js · EJS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024909" y="1711722"/>
            <a:ext cx="3446872" cy="2266553"/>
          </a:xfrm>
          <a:prstGeom prst="roundRect">
            <a:avLst>
              <a:gd name="adj" fmla="val 1361"/>
            </a:avLst>
          </a:prstGeom>
          <a:solidFill>
            <a:srgbClr val="303132"/>
          </a:solidFill>
          <a:ln/>
        </p:spPr>
      </p:sp>
      <p:sp>
        <p:nvSpPr>
          <p:cNvPr id="14" name="Shape 10"/>
          <p:cNvSpPr/>
          <p:nvPr/>
        </p:nvSpPr>
        <p:spPr>
          <a:xfrm>
            <a:off x="8230585" y="1917402"/>
            <a:ext cx="617026" cy="617041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00245" y="2087066"/>
            <a:ext cx="277607" cy="27761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30585" y="2740124"/>
            <a:ext cx="3035522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230585" y="3155652"/>
            <a:ext cx="3035522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MongoDB Atlas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719814" y="4183955"/>
            <a:ext cx="5273146" cy="1958082"/>
          </a:xfrm>
          <a:prstGeom prst="roundRect">
            <a:avLst>
              <a:gd name="adj" fmla="val 1576"/>
            </a:avLst>
          </a:prstGeom>
          <a:solidFill>
            <a:srgbClr val="303132"/>
          </a:solidFill>
          <a:ln/>
        </p:spPr>
      </p:sp>
      <p:sp>
        <p:nvSpPr>
          <p:cNvPr id="19" name="Shape 14"/>
          <p:cNvSpPr/>
          <p:nvPr/>
        </p:nvSpPr>
        <p:spPr>
          <a:xfrm>
            <a:off x="925489" y="4389636"/>
            <a:ext cx="617026" cy="617041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5149" y="4559300"/>
            <a:ext cx="277607" cy="27761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25489" y="5212358"/>
            <a:ext cx="4861796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Dev Tools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25489" y="5627886"/>
            <a:ext cx="4861796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VS Code · Git · GitHub · MongoDB Compass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198636" y="4183955"/>
            <a:ext cx="5273146" cy="1958082"/>
          </a:xfrm>
          <a:prstGeom prst="roundRect">
            <a:avLst>
              <a:gd name="adj" fmla="val 1576"/>
            </a:avLst>
          </a:prstGeom>
          <a:solidFill>
            <a:srgbClr val="303132"/>
          </a:solidFill>
          <a:ln/>
        </p:spPr>
      </p:sp>
      <p:sp>
        <p:nvSpPr>
          <p:cNvPr id="24" name="Shape 18"/>
          <p:cNvSpPr/>
          <p:nvPr/>
        </p:nvSpPr>
        <p:spPr>
          <a:xfrm>
            <a:off x="6404311" y="4389636"/>
            <a:ext cx="617026" cy="617041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73971" y="4559300"/>
            <a:ext cx="277607" cy="27761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404311" y="5212358"/>
            <a:ext cx="4861796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Operating System</a:t>
            </a:r>
            <a:endParaRPr lang="en-US" sz="1800" dirty="0"/>
          </a:p>
        </p:txBody>
      </p:sp>
      <p:sp>
        <p:nvSpPr>
          <p:cNvPr id="27" name="Text 20"/>
          <p:cNvSpPr/>
          <p:nvPr/>
        </p:nvSpPr>
        <p:spPr>
          <a:xfrm>
            <a:off x="6404311" y="5627886"/>
            <a:ext cx="4861796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Windows 10 / Windows 11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632520"/>
            <a:ext cx="10752067" cy="456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Hardware Requirements</a:t>
            </a:r>
            <a:endParaRPr lang="en-US" sz="2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4" y="1810048"/>
            <a:ext cx="6851677" cy="388262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29969" y="1423491"/>
            <a:ext cx="240996" cy="24100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491920" y="1418530"/>
            <a:ext cx="2986310" cy="228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Processor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8491920" y="1772245"/>
            <a:ext cx="2986310" cy="214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Intel Core i3 or Higher</a:t>
            </a:r>
            <a:endParaRPr lang="en-US" sz="12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29969" y="2242939"/>
            <a:ext cx="240996" cy="24100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491920" y="2237978"/>
            <a:ext cx="2986310" cy="228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RAM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8491920" y="2591693"/>
            <a:ext cx="2986310" cy="214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 GB Minimum · 8 GB Recommended</a:t>
            </a:r>
            <a:endParaRPr lang="en-US" sz="12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29969" y="3062387"/>
            <a:ext cx="240996" cy="24100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491920" y="3057426"/>
            <a:ext cx="2986310" cy="228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Storage</a:t>
            </a:r>
            <a:endParaRPr lang="en-US" sz="1400" dirty="0"/>
          </a:p>
        </p:txBody>
      </p:sp>
      <p:sp>
        <p:nvSpPr>
          <p:cNvPr id="12" name="Text 6"/>
          <p:cNvSpPr/>
          <p:nvPr/>
        </p:nvSpPr>
        <p:spPr>
          <a:xfrm>
            <a:off x="8491920" y="3411141"/>
            <a:ext cx="2986310" cy="214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 GB Free Space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29969" y="3881834"/>
            <a:ext cx="240996" cy="24100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491920" y="3876873"/>
            <a:ext cx="2986310" cy="228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Display</a:t>
            </a:r>
            <a:endParaRPr lang="en-US" sz="1400" dirty="0"/>
          </a:p>
        </p:txBody>
      </p:sp>
      <p:sp>
        <p:nvSpPr>
          <p:cNvPr id="15" name="Text 8"/>
          <p:cNvSpPr/>
          <p:nvPr/>
        </p:nvSpPr>
        <p:spPr>
          <a:xfrm>
            <a:off x="8491920" y="4230588"/>
            <a:ext cx="2986310" cy="214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1366 × 768 Resolution or Higher</a:t>
            </a:r>
            <a:endParaRPr lang="en-US" sz="125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29969" y="4701282"/>
            <a:ext cx="240996" cy="241002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8491920" y="4696321"/>
            <a:ext cx="2986310" cy="228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Internet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8491920" y="5050036"/>
            <a:ext cx="2986310" cy="214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Active Internet Connection</a:t>
            </a:r>
            <a:endParaRPr lang="en-US" sz="12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29969" y="5520730"/>
            <a:ext cx="240996" cy="24100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491920" y="5515769"/>
            <a:ext cx="2986310" cy="228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Peripherals</a:t>
            </a:r>
            <a:endParaRPr lang="en-US" sz="1400" dirty="0"/>
          </a:p>
        </p:txBody>
      </p:sp>
      <p:sp>
        <p:nvSpPr>
          <p:cNvPr id="21" name="Text 12"/>
          <p:cNvSpPr/>
          <p:nvPr/>
        </p:nvSpPr>
        <p:spPr>
          <a:xfrm>
            <a:off x="8491920" y="5869484"/>
            <a:ext cx="2986310" cy="214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25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Keyboard &amp; Mouse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9814" y="849908"/>
            <a:ext cx="10752067" cy="584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Related Websites</a:t>
            </a:r>
            <a:endParaRPr lang="en-US" sz="3650" dirty="0"/>
          </a:p>
        </p:txBody>
      </p:sp>
      <p:pic>
        <p:nvPicPr>
          <p:cNvPr id="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9814" y="1909911"/>
            <a:ext cx="1447168" cy="7658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9814" y="2997101"/>
            <a:ext cx="2495190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Rolex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19814" y="3412629"/>
            <a:ext cx="2495190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www.rolex.com</a:t>
            </a:r>
            <a:endParaRPr lang="en-US" sz="1600" dirty="0"/>
          </a:p>
        </p:txBody>
      </p:sp>
      <p:pic>
        <p:nvPicPr>
          <p:cNvPr id="6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472073" y="1909910"/>
            <a:ext cx="1447168" cy="76587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72073" y="2997101"/>
            <a:ext cx="2495190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Omega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3472073" y="3412629"/>
            <a:ext cx="2495190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www.omegawatches.com</a:t>
            </a:r>
            <a:endParaRPr lang="en-US" sz="1600" dirty="0"/>
          </a:p>
        </p:txBody>
      </p:sp>
      <p:pic>
        <p:nvPicPr>
          <p:cNvPr id="9" name="Imag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24333" y="1886933"/>
            <a:ext cx="1447168" cy="81182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224333" y="2997101"/>
            <a:ext cx="2495190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Tissot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6224333" y="3412629"/>
            <a:ext cx="2495190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www.tissotwatches.com</a:t>
            </a:r>
            <a:endParaRPr lang="en-US" sz="1600" dirty="0"/>
          </a:p>
        </p:txBody>
      </p:sp>
      <p:pic>
        <p:nvPicPr>
          <p:cNvPr id="12" name="Imag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976592" y="1886954"/>
            <a:ext cx="1447268" cy="81188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976592" y="2997200"/>
            <a:ext cx="2495289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Longines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8976592" y="3412728"/>
            <a:ext cx="2495289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www.longines.com</a:t>
            </a:r>
            <a:endParaRPr lang="en-US" sz="16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814" y="4132560"/>
            <a:ext cx="1447168" cy="89435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19814" y="5283994"/>
            <a:ext cx="2495190" cy="292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Ethos Watches</a:t>
            </a:r>
            <a:endParaRPr lang="en-US" sz="1800" dirty="0"/>
          </a:p>
        </p:txBody>
      </p:sp>
      <p:sp>
        <p:nvSpPr>
          <p:cNvPr id="17" name="Text 10"/>
          <p:cNvSpPr/>
          <p:nvPr/>
        </p:nvSpPr>
        <p:spPr>
          <a:xfrm>
            <a:off x="719814" y="5699522"/>
            <a:ext cx="2495190" cy="308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www.ethoswatches.com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D5F37C7-5275-703E-AC50-A0F137894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53937F-5A0B-970F-2A72-1EACEDD68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756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54BC91-BF86-FF62-C783-C59973C82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1105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55992"/>
            <a:ext cx="4571886" cy="6746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1700" y="1571823"/>
            <a:ext cx="6180181" cy="584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References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5291700" y="2649736"/>
            <a:ext cx="2839173" cy="144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https://developer.mozilla.org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https://getbootstrap.com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https://nodejs.org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https://expressjs.com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639058" y="2649736"/>
            <a:ext cx="2839173" cy="144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https://mongoosejs.com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https://www.mongodb.com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https://ejs.co</a:t>
            </a:r>
            <a:endParaRPr lang="en-US" sz="1600" dirty="0"/>
          </a:p>
          <a:p>
            <a:pPr marL="325120" indent="-325120" algn="l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https://github.com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291700" y="4479826"/>
            <a:ext cx="6180181" cy="806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50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THANK YOU</a:t>
            </a:r>
            <a:endParaRPr lang="en-US" sz="5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309</Words>
  <Application>Microsoft Office PowerPoint</Application>
  <PresentationFormat>Widescreen</PresentationFormat>
  <Paragraphs>100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Source Sans 3</vt:lpstr>
      <vt:lpstr>Arial</vt:lpstr>
      <vt:lpstr>Montserrat Bold</vt:lpstr>
      <vt:lpstr>Montserrat Light</vt:lpstr>
      <vt:lpstr>Source Sans 3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Sagil Kureshi</dc:creator>
  <cp:lastModifiedBy>DELL</cp:lastModifiedBy>
  <cp:revision>6</cp:revision>
  <dcterms:created xsi:type="dcterms:W3CDTF">2026-07-20T10:47:24Z</dcterms:created>
  <dcterms:modified xsi:type="dcterms:W3CDTF">2026-07-21T01:08:51Z</dcterms:modified>
</cp:coreProperties>
</file>