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0" r:id="rId3"/>
    <p:sldId id="257" r:id="rId4"/>
    <p:sldId id="258" r:id="rId5"/>
    <p:sldId id="259" r:id="rId6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8"/>
      <p:bold r:id="rId9"/>
      <p:italic r:id="rId10"/>
      <p:boldItalic r:id="rId11"/>
    </p:embeddedFont>
    <p:embeddedFont>
      <p:font typeface="Raleway" pitchFamily="2" charset="0"/>
      <p:regular r:id="rId12"/>
    </p:embeddedFont>
    <p:embeddedFont>
      <p:font typeface="Roboto" panose="02000000000000000000" pitchFamily="2" charset="0"/>
      <p:regular r:id="rId13"/>
    </p:embeddedFont>
    <p:embeddedFont>
      <p:font typeface="Roboto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>
    <p:extLst>
      <p:ext uri="{19B8F6BF-5375-455C-9EA6-DF929625EA0E}">
        <p15:presenceInfo xmlns:p15="http://schemas.microsoft.com/office/powerpoint/2012/main" userId="D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8" d="100"/>
          <a:sy n="88" d="100"/>
        </p:scale>
        <p:origin x="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503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213054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Git &amp; GitHub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696519" y="2786137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Version Control System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98E793E-A23E-64D8-9DFC-B1A6E75F6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715" y="1052142"/>
            <a:ext cx="6335486" cy="965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57132" rIns="0" bIns="7617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What is Git? (The Tool)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Git is a local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Version Control System (VCS)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that tracks changes in your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B8A022-B653-E90A-7318-08535F2D509F}"/>
              </a:ext>
            </a:extLst>
          </p:cNvPr>
          <p:cNvSpPr txBox="1"/>
          <p:nvPr/>
        </p:nvSpPr>
        <p:spPr>
          <a:xfrm>
            <a:off x="616857" y="2358571"/>
            <a:ext cx="7082972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b="1" u="none" strike="noStrike" dirty="0">
                <a:effectLst/>
                <a:latin typeface="Arial" panose="020B0604020202020204" pitchFamily="34" charset="0"/>
              </a:rPr>
              <a:t>What is GitHub? (The Hub)</a:t>
            </a: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1400" b="0" u="none" strike="noStrike" dirty="0">
                <a:effectLst/>
                <a:latin typeface="Arial" panose="020B0604020202020204" pitchFamily="34" charset="0"/>
              </a:rPr>
              <a:t>GitHub is a </a:t>
            </a:r>
            <a:r>
              <a:rPr lang="en-US" sz="1400" b="1" u="none" strike="noStrike" dirty="0">
                <a:effectLst/>
                <a:latin typeface="Arial" panose="020B0604020202020204" pitchFamily="34" charset="0"/>
              </a:rPr>
              <a:t>cloud-based hosting platform</a:t>
            </a:r>
            <a:r>
              <a:rPr lang="en-US" sz="1400" b="0" u="none" strike="noStrike" dirty="0">
                <a:effectLst/>
                <a:latin typeface="Arial" panose="020B0604020202020204" pitchFamily="34" charset="0"/>
              </a:rPr>
              <a:t> for Git repositories.</a:t>
            </a:r>
          </a:p>
        </p:txBody>
      </p:sp>
    </p:spTree>
    <p:extLst>
      <p:ext uri="{BB962C8B-B14F-4D97-AF65-F5344CB8AC3E}">
        <p14:creationId xmlns:p14="http://schemas.microsoft.com/office/powerpoint/2010/main" val="3452366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6683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Git vs GitHub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493341"/>
            <a:ext cx="8151763" cy="2883247"/>
          </a:xfrm>
          <a:prstGeom prst="roundRect">
            <a:avLst>
              <a:gd name="adj" fmla="val 206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1906935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2318147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729359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3140571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551783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962995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1774" y="1498104"/>
            <a:ext cx="2713509" cy="408831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643533" y="1587922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Feature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15283" y="1498104"/>
            <a:ext cx="2713509" cy="408831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3357042" y="1587922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28792" y="1498104"/>
            <a:ext cx="2713509" cy="408831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5" name="Text 13"/>
          <p:cNvSpPr/>
          <p:nvPr/>
        </p:nvSpPr>
        <p:spPr>
          <a:xfrm>
            <a:off x="6070550" y="1587922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GitHub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3533" y="1999134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57042" y="1999134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Version Control Tool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70550" y="1999134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Hosting Platform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3533" y="2410346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57042" y="2410346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Locally on your machine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70550" y="2410346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Online / Remote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3533" y="2821558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Purpose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7042" y="2821558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code changes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70550" y="2821558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Share &amp; collaborate on code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3533" y="3232770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57042" y="3232770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Command Line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70550" y="3232770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 Browser + CLI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3533" y="3643982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Created by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57042" y="3643982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Linus Torvalds (2005)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70550" y="3643982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GitHub Inc. (2008)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3533" y="4055194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Needs Internet?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57042" y="4055194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70550" y="4055194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4515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Common Git Commands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03622" y="980554"/>
            <a:ext cx="4104159" cy="3758357"/>
          </a:xfrm>
          <a:prstGeom prst="roundRect">
            <a:avLst>
              <a:gd name="adj" fmla="val 2461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2061" y="1111523"/>
            <a:ext cx="3847281" cy="2020267"/>
          </a:xfrm>
          <a:prstGeom prst="roundRect">
            <a:avLst>
              <a:gd name="adj" fmla="val 2671"/>
            </a:avLst>
          </a:prstGeom>
          <a:solidFill>
            <a:srgbClr val="282834"/>
          </a:solidFill>
          <a:ln/>
        </p:spPr>
      </p:sp>
      <p:sp>
        <p:nvSpPr>
          <p:cNvPr id="5" name="Shape 3"/>
          <p:cNvSpPr/>
          <p:nvPr/>
        </p:nvSpPr>
        <p:spPr>
          <a:xfrm>
            <a:off x="525661" y="1111523"/>
            <a:ext cx="3860081" cy="2020267"/>
          </a:xfrm>
          <a:prstGeom prst="roundRect">
            <a:avLst>
              <a:gd name="adj" fmla="val 954"/>
            </a:avLst>
          </a:prstGeom>
          <a:solidFill>
            <a:srgbClr val="282834"/>
          </a:solidFill>
          <a:ln/>
        </p:spPr>
      </p:sp>
      <p:sp>
        <p:nvSpPr>
          <p:cNvPr id="6" name="Text 4"/>
          <p:cNvSpPr/>
          <p:nvPr/>
        </p:nvSpPr>
        <p:spPr>
          <a:xfrm>
            <a:off x="686246" y="1239962"/>
            <a:ext cx="3538910" cy="1763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 git init</a:t>
            </a:r>
            <a:endParaRPr lang="en-US" sz="10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status</a:t>
            </a:r>
            <a:endParaRPr lang="en-US" sz="10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.</a:t>
            </a:r>
            <a:endParaRPr lang="en-US" sz="10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"message"</a:t>
            </a:r>
            <a:endParaRPr lang="en-US" sz="10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 git branch</a:t>
            </a:r>
            <a:endParaRPr lang="en-US" sz="10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 git checkout branch-name</a:t>
            </a:r>
            <a:endParaRPr lang="en-US" sz="10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origin main</a:t>
            </a:r>
            <a:endParaRPr lang="en-US" sz="10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pull origin main</a:t>
            </a:r>
            <a:endParaRPr lang="en-US" sz="10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&lt;url&gt;</a:t>
            </a:r>
            <a:endParaRPr lang="en-US" sz="1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81624" y="1115467"/>
            <a:ext cx="192658" cy="1926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50941" y="1111523"/>
            <a:ext cx="350170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git init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150941" y="1428601"/>
            <a:ext cx="35017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Initialize a new repository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81624" y="1861319"/>
            <a:ext cx="192658" cy="19265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50941" y="1857375"/>
            <a:ext cx="350170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git add / status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150941" y="2174453"/>
            <a:ext cx="35017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Stage changes &amp; check file state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81624" y="2607171"/>
            <a:ext cx="192658" cy="19265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50941" y="2603227"/>
            <a:ext cx="350170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git commit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5150941" y="2920305"/>
            <a:ext cx="35017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Save staged changes with a message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81624" y="3353023"/>
            <a:ext cx="192658" cy="19265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50941" y="3349079"/>
            <a:ext cx="350170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git push / pull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5150941" y="3666158"/>
            <a:ext cx="35017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Upload or download remote changes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81624" y="4098875"/>
            <a:ext cx="192658" cy="19265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50941" y="4094931"/>
            <a:ext cx="350170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git clone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5150941" y="4412010"/>
            <a:ext cx="35017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Copy a remote repository locally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7658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Git Workflow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87860"/>
            <a:ext cx="5198418" cy="22802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71546" y="3377059"/>
            <a:ext cx="785658" cy="140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Staging Area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2071546" y="3557746"/>
            <a:ext cx="785658" cy="205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add prepares changes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567395" y="3236386"/>
            <a:ext cx="785658" cy="281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GitHub Remote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67395" y="3557746"/>
            <a:ext cx="785658" cy="205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push shares to the cloud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851131" y="1892804"/>
            <a:ext cx="785658" cy="281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Working Directory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51131" y="2214164"/>
            <a:ext cx="785658" cy="102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Edit files locally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3336977" y="1892804"/>
            <a:ext cx="785658" cy="281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 Repository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336977" y="2214164"/>
            <a:ext cx="785658" cy="205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commit saves a snapshot</a:t>
            </a:r>
            <a:endParaRPr lang="en-US" sz="7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5644" y="1064270"/>
            <a:ext cx="117351" cy="117351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985644" y="1234827"/>
            <a:ext cx="2666926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0"/>
          <p:cNvSpPr/>
          <p:nvPr/>
        </p:nvSpPr>
        <p:spPr>
          <a:xfrm>
            <a:off x="5985644" y="1322040"/>
            <a:ext cx="266692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Working Directory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985644" y="1602656"/>
            <a:ext cx="266692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Edit your files locally</a:t>
            </a:r>
            <a:endParaRPr lang="en-US" sz="9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85644" y="1974205"/>
            <a:ext cx="117351" cy="117351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985644" y="2144762"/>
            <a:ext cx="2666926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3"/>
          <p:cNvSpPr/>
          <p:nvPr/>
        </p:nvSpPr>
        <p:spPr>
          <a:xfrm>
            <a:off x="5985644" y="2231975"/>
            <a:ext cx="266692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Staging Area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985644" y="2512591"/>
            <a:ext cx="2666926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prepares changes</a:t>
            </a:r>
            <a:endParaRPr lang="en-US" sz="9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85644" y="2888903"/>
            <a:ext cx="117351" cy="117351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985644" y="3059460"/>
            <a:ext cx="2666926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2" name="Text 16"/>
          <p:cNvSpPr/>
          <p:nvPr/>
        </p:nvSpPr>
        <p:spPr>
          <a:xfrm>
            <a:off x="5985644" y="3146673"/>
            <a:ext cx="266692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 Repository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985644" y="3427288"/>
            <a:ext cx="2666926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saves a snapshot</a:t>
            </a:r>
            <a:endParaRPr lang="en-US" sz="9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85644" y="3803600"/>
            <a:ext cx="117351" cy="117351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985644" y="3974157"/>
            <a:ext cx="2666926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6" name="Text 19"/>
          <p:cNvSpPr/>
          <p:nvPr/>
        </p:nvSpPr>
        <p:spPr>
          <a:xfrm>
            <a:off x="5985644" y="4061371"/>
            <a:ext cx="266692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GitHub Remote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5985644" y="4341986"/>
            <a:ext cx="2666926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shares to the cloud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247</Words>
  <Application>Microsoft Office PowerPoint</Application>
  <PresentationFormat>On-screen Show (16:9)</PresentationFormat>
  <Paragraphs>70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Consolas</vt:lpstr>
      <vt:lpstr>Roboto Bold</vt:lpstr>
      <vt:lpstr>Raleway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Sagil Kureshi</dc:creator>
  <cp:lastModifiedBy>DELL</cp:lastModifiedBy>
  <cp:revision>3</cp:revision>
  <dcterms:created xsi:type="dcterms:W3CDTF">2026-07-17T15:09:03Z</dcterms:created>
  <dcterms:modified xsi:type="dcterms:W3CDTF">2026-07-20T17:43:57Z</dcterms:modified>
</cp:coreProperties>
</file>