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embeddedFontLst>
    <p:embeddedFont>
      <p:font typeface="Raleway ExtraBold"/>
      <p:regular r:id="rId201314"/>
    </p:embeddedFont>
    <p:embeddedFont>
      <p:font typeface="Raleway Medium"/>
      <p:regular r:id="rId201315"/>
    </p:embeddedFont>
    <p:embeddedFont>
      <p:font typeface="Raleway SemiBold"/>
      <p:regular r:id="rId201316"/>
    </p:embeddedFont>
    <p:embeddedFont>
      <p:font typeface="Raleway Bold"/>
      <p:regular r:id="rId201317"/>
    </p:embeddedFont>
    <p:embeddedFont>
      <p:font typeface="Raleway Black"/>
      <p:regular r:id="rId201318"/>
    </p:embeddedFont>
    <p:embeddedFont>
      <p:font typeface="Raleway Thin"/>
      <p:regular r:id="rId201319"/>
    </p:embeddedFont>
    <p:embeddedFont>
      <p:font typeface="Raleway ExtraLight"/>
      <p:regular r:id="rId201320"/>
    </p:embeddedFont>
    <p:embeddedFont>
      <p:font typeface="Raleway Light"/>
      <p:regular r:id="rId201321"/>
    </p:embeddedFont>
    <p:embeddedFont>
      <p:font typeface="Raleway"/>
      <p:regular r:id="rId201322"/>
    </p:embeddedFont>
    <p:embeddedFont>
      <p:font typeface="Roboto Light"/>
      <p:regular r:id="rId201323"/>
    </p:embeddedFont>
    <p:embeddedFont>
      <p:font typeface="Roboto"/>
      <p:regular r:id="rId201324"/>
    </p:embeddedFont>
    <p:embeddedFont>
      <p:font typeface="Roboto Thin"/>
      <p:regular r:id="rId201325"/>
    </p:embeddedFont>
    <p:embeddedFont>
      <p:font typeface="Roboto ExtraLight"/>
      <p:regular r:id="rId201326"/>
    </p:embeddedFont>
    <p:embeddedFont>
      <p:font typeface="Roboto Medium"/>
      <p:regular r:id="rId201327"/>
    </p:embeddedFont>
    <p:embeddedFont>
      <p:font typeface="Roboto SemiBold"/>
      <p:regular r:id="rId201328"/>
    </p:embeddedFont>
    <p:embeddedFont>
      <p:font typeface="Roboto Bold"/>
      <p:regular r:id="rId201329"/>
    </p:embeddedFont>
    <p:embeddedFont>
      <p:font typeface="Roboto ExtraBold"/>
      <p:regular r:id="rId201330"/>
    </p:embeddedFont>
    <p:embeddedFont>
      <p:font typeface="Roboto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image" Target="../media/image-4-8.png"/><Relationship Id="rId9" Type="http://schemas.openxmlformats.org/officeDocument/2006/relationships/image" Target="../media/image-4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1E1E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213054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&amp; GitHub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696519" y="278613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Version Control System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6837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vs GitHub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93341"/>
            <a:ext cx="8151763" cy="2883247"/>
          </a:xfrm>
          <a:prstGeom prst="roundRect">
            <a:avLst>
              <a:gd name="adj" fmla="val 2065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6119" y="1906935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96119" y="2318147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729359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3140571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551783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962995"/>
            <a:ext cx="8151763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01774" y="1498104"/>
            <a:ext cx="2713509" cy="408831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643533" y="1587922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Feature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15283" y="1498104"/>
            <a:ext cx="2713509" cy="408831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3357042" y="1587922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28792" y="1498104"/>
            <a:ext cx="2713509" cy="408831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6070550" y="1587922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GitHub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3533" y="1999134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Type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57042" y="1999134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Version Control Tool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70550" y="1999134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Hosting Platform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3533" y="2410346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7042" y="2410346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Locally on your machine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70550" y="2410346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Online / Remote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3533" y="2821558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Purpose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7042" y="2821558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Track code changes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70550" y="2821558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 &amp; collaborate on code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3533" y="3232770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57042" y="3232770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Command Line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70550" y="3232770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Browser + CLI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3533" y="3643982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Created by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57042" y="3643982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Linus Torvalds (2005)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70550" y="3643982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Inc. (2008)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3533" y="4055194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Needs Internet?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57042" y="4055194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70550" y="4055194"/>
            <a:ext cx="28871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Yes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4515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Common Git Commands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03622" y="980554"/>
            <a:ext cx="4104159" cy="3758357"/>
          </a:xfrm>
          <a:prstGeom prst="roundRect">
            <a:avLst>
              <a:gd name="adj" fmla="val 246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2061" y="1111523"/>
            <a:ext cx="3847281" cy="2020267"/>
          </a:xfrm>
          <a:prstGeom prst="roundRect">
            <a:avLst>
              <a:gd name="adj" fmla="val 2671"/>
            </a:avLst>
          </a:prstGeom>
          <a:solidFill>
            <a:srgbClr val="282834"/>
          </a:solidFill>
          <a:ln/>
        </p:spPr>
      </p:sp>
      <p:sp>
        <p:nvSpPr>
          <p:cNvPr id="5" name="Shape 3"/>
          <p:cNvSpPr/>
          <p:nvPr/>
        </p:nvSpPr>
        <p:spPr>
          <a:xfrm>
            <a:off x="525661" y="1111523"/>
            <a:ext cx="3860081" cy="2020267"/>
          </a:xfrm>
          <a:prstGeom prst="roundRect">
            <a:avLst>
              <a:gd name="adj" fmla="val 954"/>
            </a:avLst>
          </a:prstGeom>
          <a:solidFill>
            <a:srgbClr val="282834"/>
          </a:solidFill>
          <a:ln/>
        </p:spPr>
      </p:sp>
      <p:sp>
        <p:nvSpPr>
          <p:cNvPr id="6" name="Text 4"/>
          <p:cNvSpPr/>
          <p:nvPr/>
        </p:nvSpPr>
        <p:spPr>
          <a:xfrm>
            <a:off x="686246" y="1239962"/>
            <a:ext cx="3538910" cy="1763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init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status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add .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commit -m "message"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branch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checkout branch-name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push origin main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pull origin main</a:t>
            </a:r>
            <a:endParaRPr lang="en-US" sz="1000" dirty="0"/>
          </a:p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005CC5"/>
                </a:solidFill>
                <a:highlight>
                  <a:srgbClr val="28283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 git clone &lt;url&gt;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81624" y="1115467"/>
            <a:ext cx="192658" cy="1926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50941" y="1111523"/>
            <a:ext cx="35017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init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150941" y="1428601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Initialize a new repository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81624" y="1861319"/>
            <a:ext cx="192658" cy="1926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50941" y="1857375"/>
            <a:ext cx="35017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add / status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150941" y="2174453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Stage changes &amp; check file state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1624" y="2607171"/>
            <a:ext cx="192658" cy="19265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50941" y="2603227"/>
            <a:ext cx="35017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commit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150941" y="2920305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 staged changes with a message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81624" y="3353023"/>
            <a:ext cx="192658" cy="19265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50941" y="3349079"/>
            <a:ext cx="35017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push / pull</a:t>
            </a:r>
            <a:endParaRPr lang="en-US" sz="1250" dirty="0"/>
          </a:p>
        </p:txBody>
      </p:sp>
      <p:sp>
        <p:nvSpPr>
          <p:cNvPr id="18" name="Text 12"/>
          <p:cNvSpPr/>
          <p:nvPr/>
        </p:nvSpPr>
        <p:spPr>
          <a:xfrm>
            <a:off x="5150941" y="3666158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Upload or download remote changes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81624" y="4098875"/>
            <a:ext cx="192658" cy="19265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50941" y="4094931"/>
            <a:ext cx="3501703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clone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5150941" y="4412010"/>
            <a:ext cx="35017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Copy a remote repository locally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7658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 Workflow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687860"/>
            <a:ext cx="5198418" cy="22802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71546" y="3377059"/>
            <a:ext cx="785658" cy="140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Staging Area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2071546" y="3557746"/>
            <a:ext cx="785658" cy="205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add prepares changes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67395" y="3236386"/>
            <a:ext cx="785658" cy="281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GitHub Remote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567395" y="3557746"/>
            <a:ext cx="785658" cy="205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push shares to the cloud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851131" y="1892804"/>
            <a:ext cx="785658" cy="281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Working Directory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51131" y="2214164"/>
            <a:ext cx="785658" cy="102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files locally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336977" y="1892804"/>
            <a:ext cx="785658" cy="281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Repository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336977" y="2214164"/>
            <a:ext cx="785658" cy="205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commit saves a snapshot</a:t>
            </a:r>
            <a:endParaRPr lang="en-US" sz="7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85644" y="1064270"/>
            <a:ext cx="117351" cy="11735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985644" y="1234827"/>
            <a:ext cx="2666926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0"/>
          <p:cNvSpPr/>
          <p:nvPr/>
        </p:nvSpPr>
        <p:spPr>
          <a:xfrm>
            <a:off x="5985644" y="1322040"/>
            <a:ext cx="266692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Working Directory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985644" y="1602656"/>
            <a:ext cx="2666926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Edit your files locally</a:t>
            </a:r>
            <a:endParaRPr lang="en-US" sz="9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5644" y="1974205"/>
            <a:ext cx="117351" cy="117351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5985644" y="2144762"/>
            <a:ext cx="2666926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3"/>
          <p:cNvSpPr/>
          <p:nvPr/>
        </p:nvSpPr>
        <p:spPr>
          <a:xfrm>
            <a:off x="5985644" y="2231975"/>
            <a:ext cx="266692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Staging Area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985644" y="2512591"/>
            <a:ext cx="2666926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add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prepares changes</a:t>
            </a:r>
            <a:endParaRPr lang="en-US" sz="9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85644" y="2888903"/>
            <a:ext cx="117351" cy="117351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985644" y="3059460"/>
            <a:ext cx="2666926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16"/>
          <p:cNvSpPr/>
          <p:nvPr/>
        </p:nvSpPr>
        <p:spPr>
          <a:xfrm>
            <a:off x="5985644" y="3146673"/>
            <a:ext cx="266692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 Repository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985644" y="3427288"/>
            <a:ext cx="2666926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saves a snapshot</a:t>
            </a:r>
            <a:endParaRPr lang="en-US" sz="9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85644" y="3803600"/>
            <a:ext cx="117351" cy="117351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5985644" y="3974157"/>
            <a:ext cx="2666926" cy="14288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19"/>
          <p:cNvSpPr/>
          <p:nvPr/>
        </p:nvSpPr>
        <p:spPr>
          <a:xfrm>
            <a:off x="5985644" y="4061371"/>
            <a:ext cx="2666926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GitHub Remote</a:t>
            </a:r>
            <a:endParaRPr lang="en-US" sz="1150" dirty="0"/>
          </a:p>
        </p:txBody>
      </p:sp>
      <p:sp>
        <p:nvSpPr>
          <p:cNvPr id="27" name="Text 20"/>
          <p:cNvSpPr/>
          <p:nvPr/>
        </p:nvSpPr>
        <p:spPr>
          <a:xfrm>
            <a:off x="5985644" y="4341986"/>
            <a:ext cx="2666926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shares to the cloud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2026-07-17T15:09:03Z</dcterms:created>
  <dcterms:modified xsi:type="dcterms:W3CDTF">2026-07-17T15:09:03Z</dcterms:modified>
</cp:coreProperties>
</file>